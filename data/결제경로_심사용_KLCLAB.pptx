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결제경로 제작 가이드 (KLCLAB)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토스페이먼츠 심사용 전체 화면(URL 포함) 및 결제창 연동 확인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사이트 메인 접속 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URL: https://www.klclab.co.kr/ (로컬 연동 웹사이트 메인 화면)</a:t>
            </a:r>
          </a:p>
        </p:txBody>
      </p:sp>
      <p:pic>
        <p:nvPicPr>
          <p:cNvPr id="4" name="Picture 3" descr="screensho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요금제(상품 정보) 노출 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결제 버튼 및 상품가격(99,000원) 노출된 상품정보 화면</a:t>
            </a:r>
          </a:p>
        </p:txBody>
      </p:sp>
      <p:pic>
        <p:nvPicPr>
          <p:cNvPr id="4" name="Picture 3" descr="screensho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하단 사업자 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웹사이트 하단(Footer)에 표기된 필수 사업자 정보(상호, 대표자, 사업자등록번호 등)</a:t>
            </a:r>
          </a:p>
        </p:txBody>
      </p:sp>
      <p:pic>
        <p:nvPicPr>
          <p:cNvPr id="4" name="Picture 3" descr="screensho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토스페이먼츠 결제 팝업창 연동 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'구매하기' 버튼 클릭 시 팝업 형태로 노출되는 표준 결제창</a:t>
            </a:r>
          </a:p>
        </p:txBody>
      </p:sp>
      <p:pic>
        <p:nvPicPr>
          <p:cNvPr id="4" name="Picture 3" descr="screensho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